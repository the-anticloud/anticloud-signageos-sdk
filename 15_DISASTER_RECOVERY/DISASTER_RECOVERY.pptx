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GNAGEOS_SDK | Category: CONSUMER_ELECTRONICS</a:t>
            </a:r>
          </a:p>
          <a:p>
            <a:r>
              <a:rPr sz="1400"/>
              <a:t>Upstream: https://github.com/signageos/signageos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IGNAGEOS_SDK.</a:t>
            </a:r>
          </a:p>
          <a:p>
            <a:r>
              <a:rPr sz="1400"/>
              <a:t>Digital signage SDK for billboards/disp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GNAGEOS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