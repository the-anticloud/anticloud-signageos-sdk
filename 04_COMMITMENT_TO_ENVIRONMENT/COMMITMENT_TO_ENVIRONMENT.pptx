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IGNAGEOS_SDK | Category: CONSUMER_ELECTRONICS</a:t>
            </a:r>
          </a:p>
          <a:p>
            <a:r>
              <a:rPr sz="1400"/>
              <a:t>Upstream: https://github.com/signageos/signageos-sdk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SIGNAGEOS_SDK.</a:t>
            </a:r>
          </a:p>
          <a:p>
            <a:r>
              <a:rPr sz="1400"/>
              <a:t>Digital signage SDK for billboards/display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IGNAGEOS_SD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